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-1388" y="-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smtClean="0"/>
              <a:t>Fare clic per modificare lo stile del sottotitolo dello schema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06/02/2026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06/02/2026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06/02/2026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06/02/2026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06/02/2026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06/02/2026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06/02/2026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06/02/2026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06/02/2026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06/02/2026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06/02/2026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9D355-16BD-4E45-BD9A-5EA878CF7CBD}" type="datetimeFigureOut">
              <a:rPr lang="it-IT" smtClean="0"/>
              <a:t>06/02/2026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UniTN Booking Bot</a:t>
            </a:r>
            <a:endParaRPr lang="en-US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92531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</Words>
  <Application>Microsoft Office PowerPoint</Application>
  <PresentationFormat>Presentazione su schermo (4:3)</PresentationFormat>
  <Paragraphs>1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1</vt:i4>
      </vt:variant>
    </vt:vector>
  </HeadingPairs>
  <TitlesOfParts>
    <vt:vector size="2" baseType="lpstr">
      <vt:lpstr>Tema di Office</vt:lpstr>
      <vt:lpstr>UniTN Booking Bot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UniTN Booking Bot</dc:title>
  <dc:creator>nives pedretti</dc:creator>
  <cp:lastModifiedBy>nives pedretti</cp:lastModifiedBy>
  <cp:revision>1</cp:revision>
  <dcterms:created xsi:type="dcterms:W3CDTF">2026-02-06T12:41:47Z</dcterms:created>
  <dcterms:modified xsi:type="dcterms:W3CDTF">2026-02-06T12:42:22Z</dcterms:modified>
</cp:coreProperties>
</file>